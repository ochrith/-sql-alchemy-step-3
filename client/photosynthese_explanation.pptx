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La Photosynthèse : Définition et Rôle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Qu'est-ce que la photosynthèse ?</a:t>
            </a:r>
          </a:p>
          <a:p>
            <a:pPr>
              <a:defRPr sz="1600"/>
            </a:pPr>
            <a:r>
              <a:t>• Processus biochimique essentiel réalisé par les plantes vertes, les algues et certaines bactéries.</a:t>
            </a:r>
          </a:p>
          <a:p>
            <a:pPr>
              <a:defRPr sz="1600"/>
            </a:pPr>
            <a:r>
              <a:t>• Permet de convertir l'énergie lumineuse (soleil) en énergie chimique (sucre).</a:t>
            </a:r>
          </a:p>
          <a:p>
            <a:pPr>
              <a:defRPr sz="1600"/>
            </a:pPr>
            <a:r>
              <a:t>• Prend place dans les chloroplastes des cellules végétales grâce à la chlorophylle.</a:t>
            </a:r>
          </a:p>
          <a:p>
            <a:pPr>
              <a:defRPr sz="1600"/>
            </a:pPr>
            <a:r>
              <a:t>• Essentiel pour la vie sur Terre : produit le dioxygène (O2) que nous respirons.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Équation Chimique et Fonctionnement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L'équation globale :</a:t>
            </a:r>
          </a:p>
          <a:p>
            <a:pPr>
              <a:defRPr sz="1800" b="1">
                <a:solidFill>
                  <a:srgbClr val="0066CC"/>
                </a:solidFill>
              </a:defRPr>
            </a:pPr>
            <a:r>
              <a:t>6 CO2 + 6 H2O + Lumière ➔ C6H12O6 (Glucose) + 6 O2</a:t>
            </a:r>
          </a:p>
          <a:p>
            <a:br/>
            <a:pPr>
              <a:defRPr sz="2000" b="1"/>
            </a:pPr>
            <a:r>
              <a:t>Les deux grandes phases :</a:t>
            </a:r>
          </a:p>
          <a:p>
            <a:pPr>
              <a:defRPr sz="1600"/>
            </a:pPr>
            <a:r>
              <a:t>• Phase lumineuse (dépendante de la lumière) : Capture l'énergie solaire et sépare l'eau (H2O), libérant ainsi du dioxygène (O2).</a:t>
            </a:r>
          </a:p>
          <a:p>
            <a:pPr>
              <a:defRPr sz="1600"/>
            </a:pPr>
            <a:r>
              <a:t>• Phase sombre (Cycle de Calvin) : Utilise l'énergie accumulée pour transformer le dioxyde de carbone (CO2) en glucose.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